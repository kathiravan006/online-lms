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D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-731520"/>
            <a:ext cx="4572000" cy="4572000"/>
          </a:xfrm>
          <a:prstGeom prst="ellipse">
            <a:avLst/>
          </a:prstGeom>
          <a:solidFill>
            <a:srgbClr val="1B6B5F">
              <a:alpha val="60000"/>
            </a:srgbClr>
          </a:solidFill>
          <a:ln w="12700">
            <a:solidFill>
              <a:srgbClr val="1B6B5F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2377440"/>
            <a:ext cx="3291840" cy="3291840"/>
          </a:xfrm>
          <a:prstGeom prst="ellipse">
            <a:avLst/>
          </a:prstGeom>
          <a:solidFill>
            <a:srgbClr val="F2A541">
              <a:alpha val="30000"/>
            </a:srgbClr>
          </a:solidFill>
          <a:ln w="12700">
            <a:solidFill>
              <a:srgbClr val="F2A541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75120" y="1371600"/>
            <a:ext cx="1737360" cy="173736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9460" y="1805940"/>
            <a:ext cx="868680" cy="8686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INTERNSHIP REPORT  |  CS3711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188720"/>
            <a:ext cx="5669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 Learning Management System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9718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Development Internship at Fantasy Solution, Trichy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79476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Kathiravan P  |  810023104048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4348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College of Engineering (BIT Campus), Anna University, Tiruchirappalli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3D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at a Glance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640080" cy="640080"/>
          </a:xfrm>
          <a:prstGeom prst="ellipse">
            <a:avLst/>
          </a:prstGeom>
          <a:solidFill>
            <a:srgbClr val="1B6B5F"/>
          </a:solidFill>
          <a:ln w="12700">
            <a:solidFill>
              <a:srgbClr val="1B6B5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" y="1440180"/>
            <a:ext cx="320040" cy="3200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2801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280160" y="15544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Fantasy Solution, Trichy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57200" y="2148840"/>
            <a:ext cx="640080" cy="640080"/>
          </a:xfrm>
          <a:prstGeom prst="ellipse">
            <a:avLst/>
          </a:prstGeom>
          <a:solidFill>
            <a:srgbClr val="1B6B5F"/>
          </a:solidFill>
          <a:ln w="12700">
            <a:solidFill>
              <a:srgbClr val="1B6B5F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" y="2308860"/>
            <a:ext cx="320040" cy="3200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0160" y="2148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1280160" y="24231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Development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457200" y="3017520"/>
            <a:ext cx="640080" cy="640080"/>
          </a:xfrm>
          <a:prstGeom prst="ellipse">
            <a:avLst/>
          </a:prstGeom>
          <a:solidFill>
            <a:srgbClr val="1B6B5F"/>
          </a:solidFill>
          <a:ln w="12700">
            <a:solidFill>
              <a:srgbClr val="1B6B5F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" y="317754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80160" y="30175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1280160" y="32918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June 2026 – 30 June 2026</a:t>
            </a:r>
            <a:endParaRPr lang="en-US" sz="1800" dirty="0"/>
          </a:p>
        </p:txBody>
      </p:sp>
      <p:sp>
        <p:nvSpPr>
          <p:cNvPr id="15" name="Shape 10"/>
          <p:cNvSpPr/>
          <p:nvPr/>
        </p:nvSpPr>
        <p:spPr>
          <a:xfrm>
            <a:off x="457200" y="3886200"/>
            <a:ext cx="640080" cy="640080"/>
          </a:xfrm>
          <a:prstGeom prst="ellipse">
            <a:avLst/>
          </a:prstGeom>
          <a:solidFill>
            <a:srgbClr val="1B6B5F"/>
          </a:solidFill>
          <a:ln w="12700">
            <a:solidFill>
              <a:srgbClr val="1B6B5F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" y="404622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280160" y="38862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Supervisor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1280160" y="41605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Farook, Software Developer</a:t>
            </a:r>
            <a:endParaRPr lang="en-US" sz="1800" dirty="0"/>
          </a:p>
        </p:txBody>
      </p:sp>
      <p:sp>
        <p:nvSpPr>
          <p:cNvPr id="19" name="Shape 13"/>
          <p:cNvSpPr/>
          <p:nvPr/>
        </p:nvSpPr>
        <p:spPr>
          <a:xfrm>
            <a:off x="5943600" y="1280160"/>
            <a:ext cx="2743200" cy="3246120"/>
          </a:xfrm>
          <a:prstGeom prst="roundRect">
            <a:avLst>
              <a:gd name="adj" fmla="val 5000"/>
            </a:avLst>
          </a:prstGeom>
          <a:solidFill>
            <a:srgbClr val="0F3D38"/>
          </a:solidFill>
          <a:ln w="12700">
            <a:solidFill>
              <a:srgbClr val="0F3D38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5943600" y="146304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8000" dirty="0"/>
          </a:p>
        </p:txBody>
      </p:sp>
      <p:sp>
        <p:nvSpPr>
          <p:cNvPr id="21" name="Text 15"/>
          <p:cNvSpPr txBox="1"/>
          <p:nvPr/>
        </p:nvSpPr>
        <p:spPr>
          <a:xfrm>
            <a:off x="5943600" y="2743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of hands-on work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6217920" y="33832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FE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Online Learning Management System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3D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the Project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4023360" cy="2103120"/>
          </a:xfrm>
          <a:prstGeom prst="roundRect">
            <a:avLst>
              <a:gd name="adj" fmla="val 5217"/>
            </a:avLst>
          </a:prstGeom>
          <a:solidFill>
            <a:srgbClr val="E8F3F0"/>
          </a:solidFill>
          <a:ln w="12700">
            <a:solidFill>
              <a:srgbClr val="E8F3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6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2024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details, quizzes and marks are managed separately, which makes administration slow and makes it hard for students to see courses and results in one place.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663440" y="1280160"/>
            <a:ext cx="4023360" cy="2103120"/>
          </a:xfrm>
          <a:prstGeom prst="roundRect">
            <a:avLst>
              <a:gd name="adj" fmla="val 5217"/>
            </a:avLst>
          </a:prstGeom>
          <a:solidFill>
            <a:srgbClr val="E8F3F0"/>
          </a:solidFill>
          <a:ln w="12700">
            <a:solidFill>
              <a:srgbClr val="E8F3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417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6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92024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web platform for course access, quiz participation, result viewing and progress, with separate student and administrator roles.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3749040"/>
            <a:ext cx="640080" cy="64008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" y="3909060"/>
            <a:ext cx="320040" cy="32004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280160" y="365760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scope: </a:t>
            </a:r>
            <a:pPr indent="0" marL="0">
              <a:buNone/>
            </a:pPr>
            <a:r>
              <a:rPr lang="en-US" sz="1600" dirty="0">
                <a:solidFill>
                  <a:srgbClr val="1F2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course information, quizzes, results and basic progress display.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280160" y="411480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Videos, certificates, notifications and AI recommendations are future enhancements.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3D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920240" cy="1737360"/>
          </a:xfrm>
          <a:prstGeom prst="roundRect">
            <a:avLst>
              <a:gd name="adj" fmla="val 6316"/>
            </a:avLst>
          </a:prstGeom>
          <a:solidFill>
            <a:srgbClr val="E8F3F0"/>
          </a:solidFill>
          <a:ln w="12700">
            <a:solidFill>
              <a:srgbClr val="E8F3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" y="1371600"/>
            <a:ext cx="731520" cy="731520"/>
          </a:xfrm>
          <a:prstGeom prst="ellipse">
            <a:avLst/>
          </a:prstGeom>
          <a:solidFill>
            <a:srgbClr val="1B6B5F"/>
          </a:solidFill>
          <a:ln w="12700">
            <a:solidFill>
              <a:srgbClr val="1B6B5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5544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2194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5146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CSS, JavaScript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2560320" y="1234440"/>
            <a:ext cx="1920240" cy="1737360"/>
          </a:xfrm>
          <a:prstGeom prst="roundRect">
            <a:avLst>
              <a:gd name="adj" fmla="val 6316"/>
            </a:avLst>
          </a:prstGeom>
          <a:solidFill>
            <a:srgbClr val="E8F3F0"/>
          </a:solidFill>
          <a:ln w="12700">
            <a:solidFill>
              <a:srgbClr val="E8F3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154680" y="1371600"/>
            <a:ext cx="731520" cy="731520"/>
          </a:xfrm>
          <a:prstGeom prst="ellipse">
            <a:avLst/>
          </a:prstGeom>
          <a:solidFill>
            <a:srgbClr val="1B6B5F"/>
          </a:solidFill>
          <a:ln w="12700">
            <a:solidFill>
              <a:srgbClr val="1B6B5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55448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560320" y="2194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2651760" y="25146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with Django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4663440" y="1234440"/>
            <a:ext cx="1920240" cy="1737360"/>
          </a:xfrm>
          <a:prstGeom prst="roundRect">
            <a:avLst>
              <a:gd name="adj" fmla="val 6316"/>
            </a:avLst>
          </a:prstGeom>
          <a:solidFill>
            <a:srgbClr val="E8F3F0"/>
          </a:solidFill>
          <a:ln w="12700">
            <a:solidFill>
              <a:srgbClr val="E8F3F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257800" y="1371600"/>
            <a:ext cx="731520" cy="731520"/>
          </a:xfrm>
          <a:prstGeom prst="ellipse">
            <a:avLst/>
          </a:prstGeom>
          <a:solidFill>
            <a:srgbClr val="1B6B5F"/>
          </a:solidFill>
          <a:ln w="12700">
            <a:solidFill>
              <a:srgbClr val="1B6B5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55448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663440" y="2194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4754880" y="25146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6766560" y="1234440"/>
            <a:ext cx="1920240" cy="1737360"/>
          </a:xfrm>
          <a:prstGeom prst="roundRect">
            <a:avLst>
              <a:gd name="adj" fmla="val 6316"/>
            </a:avLst>
          </a:prstGeom>
          <a:solidFill>
            <a:srgbClr val="E8F3F0"/>
          </a:solidFill>
          <a:ln w="12700">
            <a:solidFill>
              <a:srgbClr val="E8F3F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360920" y="1371600"/>
            <a:ext cx="731520" cy="731520"/>
          </a:xfrm>
          <a:prstGeom prst="ellipse">
            <a:avLst/>
          </a:prstGeom>
          <a:solidFill>
            <a:srgbClr val="1B6B5F"/>
          </a:solidFill>
          <a:ln w="12700">
            <a:solidFill>
              <a:srgbClr val="1B6B5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155448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766560" y="2194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Layer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6858000" y="25146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(optional)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6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Django?</a:t>
            </a:r>
            <a:endParaRPr lang="en-US" sz="200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36118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MVT pattern separates data, logic and interface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authentication, permissions and admin panel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and migrations simplify MySQL access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3D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468880" cy="2286000"/>
          </a:xfrm>
          <a:prstGeom prst="roundRect">
            <a:avLst>
              <a:gd name="adj" fmla="val 4800"/>
            </a:avLst>
          </a:prstGeom>
          <a:solidFill>
            <a:srgbClr val="E8F3F0"/>
          </a:solidFill>
          <a:ln w="12700">
            <a:solidFill>
              <a:srgbClr val="E8F3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6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CSS, JavaScript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Pages, forms, quizzes, results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926080" y="210312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337560" y="1280160"/>
            <a:ext cx="2468880" cy="2286000"/>
          </a:xfrm>
          <a:prstGeom prst="roundRect">
            <a:avLst>
              <a:gd name="adj" fmla="val 4800"/>
            </a:avLst>
          </a:prstGeom>
          <a:solidFill>
            <a:srgbClr val="0F3D38"/>
          </a:solidFill>
          <a:ln w="12700">
            <a:solidFill>
              <a:srgbClr val="0F3D3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0440" y="1417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19659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views, URLs, templates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26974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Validation, auth, scoring, permissions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806440" y="210312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6217920" y="1280160"/>
            <a:ext cx="2468880" cy="2286000"/>
          </a:xfrm>
          <a:prstGeom prst="roundRect">
            <a:avLst>
              <a:gd name="adj" fmla="val 4800"/>
            </a:avLst>
          </a:prstGeom>
          <a:solidFill>
            <a:srgbClr val="E8F3F0"/>
          </a:solidFill>
          <a:ln w="12700">
            <a:solidFill>
              <a:srgbClr val="E8F3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0" y="1417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6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19659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and Django ORM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26974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courses, questions, marks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840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6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→ URL routing → Views → ORM → MySQL → Response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3D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Modules and Objectives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E8F3F0"/>
          </a:solidFill>
          <a:ln w="12700">
            <a:solidFill>
              <a:srgbClr val="E8F3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08760"/>
            <a:ext cx="594360" cy="594360"/>
          </a:xfrm>
          <a:prstGeom prst="ellipse">
            <a:avLst/>
          </a:prstGeom>
          <a:solidFill>
            <a:srgbClr val="1B6B5F"/>
          </a:solidFill>
          <a:ln w="12700">
            <a:solidFill>
              <a:srgbClr val="1B6B5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670" y="1657350"/>
            <a:ext cx="297180" cy="2971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50876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1488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courses, quizzes, results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46120" y="128016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E8F3F0"/>
          </a:solidFill>
          <a:ln w="12700">
            <a:solidFill>
              <a:srgbClr val="E8F3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29000" y="1508760"/>
            <a:ext cx="594360" cy="594360"/>
          </a:xfrm>
          <a:prstGeom prst="ellipse">
            <a:avLst/>
          </a:prstGeom>
          <a:solidFill>
            <a:srgbClr val="1B6B5F"/>
          </a:solidFill>
          <a:ln w="12700">
            <a:solidFill>
              <a:srgbClr val="1B6B5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7590" y="1657350"/>
            <a:ext cx="297180" cy="2971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160520" y="150876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Administrator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429000" y="21488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courses and quizzes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035040" y="128016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E8F3F0"/>
          </a:solidFill>
          <a:ln w="12700">
            <a:solidFill>
              <a:srgbClr val="E8F3F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217920" y="1508760"/>
            <a:ext cx="594360" cy="594360"/>
          </a:xfrm>
          <a:prstGeom prst="ellipse">
            <a:avLst/>
          </a:prstGeom>
          <a:solidFill>
            <a:srgbClr val="1B6B5F"/>
          </a:solidFill>
          <a:ln w="12700">
            <a:solidFill>
              <a:srgbClr val="1B6B5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6510" y="1657350"/>
            <a:ext cx="297180" cy="2971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949440" y="150876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6217920" y="21488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Titles, descriptions, details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457200" y="278892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E8F3F0"/>
          </a:solidFill>
          <a:ln w="12700">
            <a:solidFill>
              <a:srgbClr val="E8F3F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40080" y="3017520"/>
            <a:ext cx="594360" cy="594360"/>
          </a:xfrm>
          <a:prstGeom prst="ellipse">
            <a:avLst/>
          </a:prstGeom>
          <a:solidFill>
            <a:srgbClr val="1B6B5F"/>
          </a:solidFill>
          <a:ln w="12700">
            <a:solidFill>
              <a:srgbClr val="1B6B5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670" y="3166110"/>
            <a:ext cx="297180" cy="29718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371600" y="30175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640080" y="3657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submission, evaluation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3246120" y="278892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E8F3F0"/>
          </a:solidFill>
          <a:ln w="12700">
            <a:solidFill>
              <a:srgbClr val="E8F3F0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3429000" y="3017520"/>
            <a:ext cx="594360" cy="594360"/>
          </a:xfrm>
          <a:prstGeom prst="ellipse">
            <a:avLst/>
          </a:prstGeom>
          <a:solidFill>
            <a:srgbClr val="1B6B5F"/>
          </a:solidFill>
          <a:ln w="12700">
            <a:solidFill>
              <a:srgbClr val="1B6B5F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7590" y="3166110"/>
            <a:ext cx="297180" cy="29718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160520" y="30175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3429000" y="3657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attempts and marks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6035040" y="278892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E8F3F0"/>
          </a:solidFill>
          <a:ln w="12700">
            <a:solidFill>
              <a:srgbClr val="E8F3F0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217920" y="3017520"/>
            <a:ext cx="594360" cy="594360"/>
          </a:xfrm>
          <a:prstGeom prst="ellipse">
            <a:avLst/>
          </a:prstGeom>
          <a:solidFill>
            <a:srgbClr val="1B6B5F"/>
          </a:solidFill>
          <a:ln w="12700">
            <a:solidFill>
              <a:srgbClr val="1B6B5F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6510" y="3166110"/>
            <a:ext cx="297180" cy="29718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949440" y="30175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</a:t>
            </a:r>
            <a:endParaRPr lang="en-US" sz="1800" dirty="0"/>
          </a:p>
        </p:txBody>
      </p:sp>
      <p:sp>
        <p:nvSpPr>
          <p:cNvPr id="32" name="Text 24"/>
          <p:cNvSpPr txBox="1"/>
          <p:nvPr/>
        </p:nvSpPr>
        <p:spPr>
          <a:xfrm>
            <a:off x="6217920" y="3657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activity tracking</a:t>
            </a:r>
            <a:endParaRPr lang="en-US" sz="1400" dirty="0"/>
          </a:p>
        </p:txBody>
      </p:sp>
      <p:sp>
        <p:nvSpPr>
          <p:cNvPr id="33" name="Text 25"/>
          <p:cNvSpPr txBox="1"/>
          <p:nvPr/>
        </p:nvSpPr>
        <p:spPr>
          <a:xfrm>
            <a:off x="457200" y="4343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Objectives: centralized access, secure role-based login, online assessment, automatic scoring, result storage.</a:t>
            </a:r>
            <a:endParaRPr lang="en-US" sz="1400" dirty="0"/>
          </a:p>
        </p:txBody>
      </p:sp>
      <p:sp>
        <p:nvSpPr>
          <p:cNvPr id="34" name="Text 26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3D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 (MySQL)</a:t>
            </a:r>
            <a:endParaRPr lang="en-US" sz="3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49377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38328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5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D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D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and admin accounts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D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D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Title, description, instructor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D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Enrollments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D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Student–course links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D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Quizzes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D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Quiz title and course link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D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D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Options, correct answer, marks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D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QuizAttempts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D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Submissions and scores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D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Progress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D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Completion data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0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669280" y="1188720"/>
            <a:ext cx="3017520" cy="3200400"/>
          </a:xfrm>
          <a:prstGeom prst="roundRect">
            <a:avLst>
              <a:gd name="adj" fmla="val 3636"/>
            </a:avLst>
          </a:prstGeom>
          <a:solidFill>
            <a:srgbClr val="0F3D38"/>
          </a:solidFill>
          <a:ln w="12700">
            <a:solidFill>
              <a:srgbClr val="0F3D3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897880" y="1325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Relationships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5897880" y="1783080"/>
            <a:ext cx="2651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→ many Quizzes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→ many Questions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→ many Attempts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keys keep data consistent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hashed, CSRF enabled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3D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Workflow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6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499616" cy="914400"/>
          </a:xfrm>
          <a:prstGeom prst="roundRect">
            <a:avLst>
              <a:gd name="adj" fmla="val 10000"/>
            </a:avLst>
          </a:prstGeom>
          <a:solidFill>
            <a:srgbClr val="E8F3F0"/>
          </a:solidFill>
          <a:ln w="12700">
            <a:solidFill>
              <a:srgbClr val="E8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645920"/>
            <a:ext cx="310896" cy="310896"/>
          </a:xfrm>
          <a:prstGeom prst="ellipse">
            <a:avLst/>
          </a:prstGeom>
          <a:solidFill>
            <a:srgbClr val="1B6B5F"/>
          </a:solidFill>
          <a:ln w="12700">
            <a:solidFill>
              <a:srgbClr val="1B6B5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1645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965960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139696" y="1554480"/>
            <a:ext cx="1499616" cy="914400"/>
          </a:xfrm>
          <a:prstGeom prst="roundRect">
            <a:avLst>
              <a:gd name="adj" fmla="val 10000"/>
            </a:avLst>
          </a:prstGeom>
          <a:solidFill>
            <a:srgbClr val="E8F3F0"/>
          </a:solidFill>
          <a:ln w="12700">
            <a:solidFill>
              <a:srgbClr val="E8F3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49424" y="1645920"/>
            <a:ext cx="310896" cy="310896"/>
          </a:xfrm>
          <a:prstGeom prst="ellipse">
            <a:avLst/>
          </a:prstGeom>
          <a:solidFill>
            <a:srgbClr val="1B6B5F"/>
          </a:solidFill>
          <a:ln w="12700">
            <a:solidFill>
              <a:srgbClr val="1B6B5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249424" y="1645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231136" y="1965960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courses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822192" y="1554480"/>
            <a:ext cx="1499616" cy="914400"/>
          </a:xfrm>
          <a:prstGeom prst="roundRect">
            <a:avLst>
              <a:gd name="adj" fmla="val 10000"/>
            </a:avLst>
          </a:prstGeom>
          <a:solidFill>
            <a:srgbClr val="E8F3F0"/>
          </a:solidFill>
          <a:ln w="12700">
            <a:solidFill>
              <a:srgbClr val="E8F3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931920" y="1645920"/>
            <a:ext cx="310896" cy="310896"/>
          </a:xfrm>
          <a:prstGeom prst="ellipse">
            <a:avLst/>
          </a:prstGeom>
          <a:solidFill>
            <a:srgbClr val="1B6B5F"/>
          </a:solidFill>
          <a:ln w="12700">
            <a:solidFill>
              <a:srgbClr val="1B6B5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931920" y="1645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913632" y="1965960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quiz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504688" y="1554480"/>
            <a:ext cx="1499616" cy="914400"/>
          </a:xfrm>
          <a:prstGeom prst="roundRect">
            <a:avLst>
              <a:gd name="adj" fmla="val 10000"/>
            </a:avLst>
          </a:prstGeom>
          <a:solidFill>
            <a:srgbClr val="E8F3F0"/>
          </a:solidFill>
          <a:ln w="12700">
            <a:solidFill>
              <a:srgbClr val="E8F3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14416" y="1645920"/>
            <a:ext cx="310896" cy="310896"/>
          </a:xfrm>
          <a:prstGeom prst="ellipse">
            <a:avLst/>
          </a:prstGeom>
          <a:solidFill>
            <a:srgbClr val="1B6B5F"/>
          </a:solidFill>
          <a:ln w="12700">
            <a:solidFill>
              <a:srgbClr val="1B6B5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14416" y="1645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596128" y="1965960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answers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187184" y="1554480"/>
            <a:ext cx="1499616" cy="914400"/>
          </a:xfrm>
          <a:prstGeom prst="roundRect">
            <a:avLst>
              <a:gd name="adj" fmla="val 10000"/>
            </a:avLst>
          </a:prstGeom>
          <a:solidFill>
            <a:srgbClr val="E8F3F0"/>
          </a:solidFill>
          <a:ln w="12700">
            <a:solidFill>
              <a:srgbClr val="E8F3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96912" y="1645920"/>
            <a:ext cx="310896" cy="310896"/>
          </a:xfrm>
          <a:prstGeom prst="ellipse">
            <a:avLst/>
          </a:prstGeom>
          <a:solidFill>
            <a:srgbClr val="1B6B5F"/>
          </a:solidFill>
          <a:ln w="12700">
            <a:solidFill>
              <a:srgbClr val="1B6B5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296912" y="1645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278624" y="1965960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result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2788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77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Administrator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457200" y="320040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E8F3F0"/>
          </a:solidFill>
          <a:ln w="12700">
            <a:solidFill>
              <a:srgbClr val="E8F3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6928" y="3291840"/>
            <a:ext cx="310896" cy="310896"/>
          </a:xfrm>
          <a:prstGeom prst="ellipse">
            <a:avLst/>
          </a:prstGeom>
          <a:solidFill>
            <a:srgbClr val="B7701A"/>
          </a:solidFill>
          <a:ln w="12700">
            <a:solidFill>
              <a:srgbClr val="B7701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66928" y="3291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3611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 (permission check)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560320" y="320040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E8F3F0"/>
          </a:solidFill>
          <a:ln w="12700">
            <a:solidFill>
              <a:srgbClr val="E8F3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70048" y="3291840"/>
            <a:ext cx="310896" cy="310896"/>
          </a:xfrm>
          <a:prstGeom prst="ellipse">
            <a:avLst/>
          </a:prstGeom>
          <a:solidFill>
            <a:srgbClr val="B7701A"/>
          </a:solidFill>
          <a:ln w="12700">
            <a:solidFill>
              <a:srgbClr val="B7701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670048" y="3291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2651760" y="3611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courses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663440" y="320040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E8F3F0"/>
          </a:solidFill>
          <a:ln w="12700">
            <a:solidFill>
              <a:srgbClr val="E8F3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73168" y="3291840"/>
            <a:ext cx="310896" cy="310896"/>
          </a:xfrm>
          <a:prstGeom prst="ellipse">
            <a:avLst/>
          </a:prstGeom>
          <a:solidFill>
            <a:srgbClr val="B7701A"/>
          </a:solidFill>
          <a:ln w="12700">
            <a:solidFill>
              <a:srgbClr val="B7701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773168" y="3291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4754880" y="3611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quizzes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766560" y="320040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E8F3F0"/>
          </a:solidFill>
          <a:ln w="12700">
            <a:solidFill>
              <a:srgbClr val="E8F3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76288" y="3291840"/>
            <a:ext cx="310896" cy="310896"/>
          </a:xfrm>
          <a:prstGeom prst="ellipse">
            <a:avLst/>
          </a:prstGeom>
          <a:solidFill>
            <a:srgbClr val="B7701A"/>
          </a:solidFill>
          <a:ln w="12700">
            <a:solidFill>
              <a:srgbClr val="B7701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876288" y="3291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6858000" y="3611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results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3D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Testing, Skills and Outcomes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651760" cy="3291840"/>
          </a:xfrm>
          <a:prstGeom prst="roundRect">
            <a:avLst>
              <a:gd name="adj" fmla="val 4138"/>
            </a:avLst>
          </a:prstGeom>
          <a:solidFill>
            <a:srgbClr val="E8F3F0"/>
          </a:solidFill>
          <a:ln w="12700">
            <a:solidFill>
              <a:srgbClr val="E8F3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417320"/>
            <a:ext cx="594360" cy="594360"/>
          </a:xfrm>
          <a:prstGeom prst="ellipse">
            <a:avLst/>
          </a:prstGeom>
          <a:solidFill>
            <a:srgbClr val="1B6B5F"/>
          </a:solidFill>
          <a:ln w="12700">
            <a:solidFill>
              <a:srgbClr val="1B6B5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390" y="1565910"/>
            <a:ext cx="297180" cy="2971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4173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3D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28600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and invalid login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scoring accuracy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unauthorized admin actions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persists after re-login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46120" y="1234440"/>
            <a:ext cx="2651760" cy="3291840"/>
          </a:xfrm>
          <a:prstGeom prst="roundRect">
            <a:avLst>
              <a:gd name="adj" fmla="val 4138"/>
            </a:avLst>
          </a:prstGeom>
          <a:solidFill>
            <a:srgbClr val="E8F3F0"/>
          </a:solidFill>
          <a:ln w="12700">
            <a:solidFill>
              <a:srgbClr val="E8F3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74720" y="1417320"/>
            <a:ext cx="594360" cy="594360"/>
          </a:xfrm>
          <a:prstGeom prst="ellipse">
            <a:avLst/>
          </a:prstGeom>
          <a:solidFill>
            <a:srgbClr val="1B6B5F"/>
          </a:solidFill>
          <a:ln w="12700">
            <a:solidFill>
              <a:srgbClr val="1B6B5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3310" y="1565910"/>
            <a:ext cx="297180" cy="2971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206240" y="14173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3D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Gained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3474720" y="228600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and Django development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CSS, JavaScript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design and ORM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and debugging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035040" y="1234440"/>
            <a:ext cx="2651760" cy="3291840"/>
          </a:xfrm>
          <a:prstGeom prst="roundRect">
            <a:avLst>
              <a:gd name="adj" fmla="val 4138"/>
            </a:avLst>
          </a:prstGeom>
          <a:solidFill>
            <a:srgbClr val="E8F3F0"/>
          </a:solidFill>
          <a:ln w="12700">
            <a:solidFill>
              <a:srgbClr val="E8F3F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263640" y="1417320"/>
            <a:ext cx="594360" cy="594360"/>
          </a:xfrm>
          <a:prstGeom prst="ellipse">
            <a:avLst/>
          </a:prstGeom>
          <a:solidFill>
            <a:srgbClr val="1B6B5F"/>
          </a:solidFill>
          <a:ln w="12700">
            <a:solidFill>
              <a:srgbClr val="1B6B5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2230" y="1565910"/>
            <a:ext cx="297180" cy="2971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995160" y="14173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3D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Outcomes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6263640" y="228600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course access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quiz submission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marks and progress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 relational data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3D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and Future Scope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3749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LMS brings course access, quizzes, results and progress into one Django and MySQL web application, and gave practical experience in full-stack development, database integration and testing.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0" y="1188720"/>
            <a:ext cx="2011680" cy="868680"/>
          </a:xfrm>
          <a:prstGeom prst="roundRect">
            <a:avLst>
              <a:gd name="adj" fmla="val 10526"/>
            </a:avLst>
          </a:prstGeom>
          <a:solidFill>
            <a:srgbClr val="1B6B5F"/>
          </a:solidFill>
          <a:ln w="12700">
            <a:solidFill>
              <a:srgbClr val="1B6B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681728" y="1371600"/>
            <a:ext cx="502920" cy="50292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7458" y="1497330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285232" y="128016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lectures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675120" y="1188720"/>
            <a:ext cx="2011680" cy="868680"/>
          </a:xfrm>
          <a:prstGeom prst="roundRect">
            <a:avLst>
              <a:gd name="adj" fmla="val 10526"/>
            </a:avLst>
          </a:prstGeom>
          <a:solidFill>
            <a:srgbClr val="1B6B5F"/>
          </a:solidFill>
          <a:ln w="12700">
            <a:solidFill>
              <a:srgbClr val="1B6B5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784848" y="1371600"/>
            <a:ext cx="502920" cy="50292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0578" y="149733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388352" y="128016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Certificates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572000" y="2194560"/>
            <a:ext cx="2011680" cy="868680"/>
          </a:xfrm>
          <a:prstGeom prst="roundRect">
            <a:avLst>
              <a:gd name="adj" fmla="val 10526"/>
            </a:avLst>
          </a:prstGeom>
          <a:solidFill>
            <a:srgbClr val="1B6B5F"/>
          </a:solidFill>
          <a:ln w="12700">
            <a:solidFill>
              <a:srgbClr val="1B6B5F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681728" y="2377440"/>
            <a:ext cx="502920" cy="50292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7458" y="2503170"/>
            <a:ext cx="251460" cy="25146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285232" y="228600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675120" y="2194560"/>
            <a:ext cx="2011680" cy="868680"/>
          </a:xfrm>
          <a:prstGeom prst="roundRect">
            <a:avLst>
              <a:gd name="adj" fmla="val 10526"/>
            </a:avLst>
          </a:prstGeom>
          <a:solidFill>
            <a:srgbClr val="1B6B5F"/>
          </a:solidFill>
          <a:ln w="12700">
            <a:solidFill>
              <a:srgbClr val="1B6B5F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784848" y="2377440"/>
            <a:ext cx="502920" cy="50292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0578" y="2503170"/>
            <a:ext cx="251460" cy="25146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388352" y="228600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analytics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4572000" y="3200400"/>
            <a:ext cx="2011680" cy="868680"/>
          </a:xfrm>
          <a:prstGeom prst="roundRect">
            <a:avLst>
              <a:gd name="adj" fmla="val 10526"/>
            </a:avLst>
          </a:prstGeom>
          <a:solidFill>
            <a:srgbClr val="1B6B5F"/>
          </a:solidFill>
          <a:ln w="12700">
            <a:solidFill>
              <a:srgbClr val="1B6B5F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4681728" y="3383280"/>
            <a:ext cx="502920" cy="50292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7458" y="3509010"/>
            <a:ext cx="251460" cy="25146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5285232" y="329184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forums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6675120" y="3200400"/>
            <a:ext cx="2011680" cy="868680"/>
          </a:xfrm>
          <a:prstGeom prst="roundRect">
            <a:avLst>
              <a:gd name="adj" fmla="val 10526"/>
            </a:avLst>
          </a:prstGeom>
          <a:solidFill>
            <a:srgbClr val="1B6B5F"/>
          </a:solidFill>
          <a:ln w="12700">
            <a:solidFill>
              <a:srgbClr val="1B6B5F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6784848" y="3383280"/>
            <a:ext cx="502920" cy="50292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0578" y="3509010"/>
            <a:ext cx="251460" cy="25146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7388352" y="329184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course suggestions</a:t>
            </a:r>
            <a:endParaRPr lang="en-US" sz="1400" dirty="0"/>
          </a:p>
        </p:txBody>
      </p:sp>
      <p:sp>
        <p:nvSpPr>
          <p:cNvPr id="28" name="Text 20"/>
          <p:cNvSpPr txBox="1"/>
          <p:nvPr/>
        </p:nvSpPr>
        <p:spPr>
          <a:xfrm>
            <a:off x="457200" y="38404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29" name="Text 2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 Learning Management System - Summer Internship</dc:title>
  <dc:subject>PptxGenJS Presentation</dc:subject>
  <dc:creator>Kathiravan P</dc:creator>
  <cp:lastModifiedBy>Kathiravan P</cp:lastModifiedBy>
  <cp:revision>1</cp:revision>
  <dcterms:created xsi:type="dcterms:W3CDTF">2026-10-25T17:19:20Z</dcterms:created>
  <dcterms:modified xsi:type="dcterms:W3CDTF">2026-10-25T17:19:20Z</dcterms:modified>
</cp:coreProperties>
</file>